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22222"/>
                </a:solidFill>
              </a:rPr>
              <a:t>Sales Prediction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77777"/>
                </a:solidFill>
              </a:rPr>
              <a:t>Results, Commentary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C0392B"/>
                </a:solidFill>
              </a:rPr>
              <a:t>88%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77777"/>
                </a:solidFill>
              </a:rPr>
              <a:t>of order-revenue variance explained, using only category, quantity, product, and timing — without seeing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Typical prediction error: $19.61 per order (11.1% of the $177.01 average order)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Beats a simple baseline model (R² 0.42 → 0.88)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Overall assessment: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9601200" cy="3927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What Drives Order Revenue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05840"/>
            <a:ext cx="77724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What This Means for the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Which product is ordered (product_freq) and how many units (quantity) explain most of the variation in revenue — product mix and basket size matter more than category or timing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Category and seasonality features contribute, but far less — revenue is driven primarily at the product level, not the category level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Because the model never sees price and still predicts revenue well, product identity is acting as a reliable stand-in for price tier — a sign that pricing by product is fairly consistent and predictable today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Electronics remains the strongest category ($202,227 revenue), while Toys lags furthest behind ($101,610)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Recommendations to Increase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Prioritize inventory and marketing spend on proven top sellers — product identity is the single biggest revenue driver, so doubling down on what already sells beats spreading effort evenly across the catalog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Increase basket size — quantity is the #2 driver. Bundle offers, volume discounts, and checkout cross-sells directly target the lever with the most leverage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Grow Toys toward Electronics-level performance with targeted promotions or bundling — it's the clearest underperforming category in the data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Replicate the December holiday volume surge earlier in Q4 with proactive campaigns, and run a post-holiday promotion in January to soften the seasonal pullback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Sustain H1 2025's underlying (non-holiday) growth with retention and loyalty programs, since that growth is organic rather than seasonal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Model is trained on 12 months of data from a single year — no second holiday cycle to confirm seasonality patterns repeat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Price itself was deliberately excluded as a feature, so this model explains revenue drivers, not price sensitivity or elasticity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Next step: track whether the top-seller and basket-size strategies move actual revenue, then retrain the model on a second year of data to validate seasonality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