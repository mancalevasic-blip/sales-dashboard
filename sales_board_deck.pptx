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22222"/>
                </a:solidFill>
              </a:rPr>
              <a:t>Sales Performance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777777"/>
                </a:solidFill>
              </a:rPr>
              <a:t>July 2024 – June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</a:rPr>
              <a:t>Total Revenue, FY24–25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C0392B"/>
                </a:solidFill>
              </a:rPr>
              <a:t>$822,037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777777"/>
                </a:solidFill>
              </a:rPr>
              <a:t>across 4,614 orders · $178.16 average order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Best month: 2024-12 ($97,138.60)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</a:rPr>
              <a:t>•  6 product categories, 60 products, 1,093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Revenue Trend by Month</a:t>
            </a:r>
          </a:p>
        </p:txBody>
      </p:sp>
      <p:pic>
        <p:nvPicPr>
          <p:cNvPr id="3" name="Picture 2" descr="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515600" cy="490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Seasonality, Not Pricing, Drives the Peak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December 2024 set the revenue record ($97,138.60), driven by order volume, not higher spending per order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Average order value stays in a narrow band all year — the swing is in how many orders are placed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Revenue fell 42.7% from December to January — the only double-digit month-over-month decline in the period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Order volume and revenue both recovered steadily over the following five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Revenue by Category</a:t>
            </a:r>
          </a:p>
        </p:txBody>
      </p:sp>
      <p:pic>
        <p:nvPicPr>
          <p:cNvPr id="3" name="Picture 2" descr="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515600" cy="490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Category Detail — Orders &amp; AOV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79268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AOV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t>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$202,226.76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$218.62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t>Home &amp; Kitchen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$145,521.73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$158.69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t>Office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$139,996.79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$181.81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t>Sports &amp; Outdoor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$120,659.69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$151.39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t>Beauty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$112,022.16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$193.14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t>Toys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$101,609.91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$162.58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Underlying Growth Across Halves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H2 2024 (Jul–Dec) revenue: $398,662.45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H1 2025 (Jan–Jun) revenue: $423,374.59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+6.2% versus the prior half, despite H1 2025 having no equivalent holiday spike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Indicates the business is growing its baseline (non-holiday) demand, not just riding a one-time seasonal event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•  Revenue grew steadily over the period, with a clear seasonal peak in December 2024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•  The peak and the January pullback are both volume-driven, not pricing-driven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•  Underlying (non-holiday) demand is trending up across halves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</a:rPr>
              <a:t>•  Limitation: figures are gross revenue with no adjustment for returns, discounts, or refunds; only 12 months are available, so the seasonal read cannot yet be confirmed against a second holiday cycle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